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" userId="47cff5ae0b0847b5" providerId="LiveId" clId="{72F22D98-7378-4EA6-A236-4D72E283B0AF}"/>
    <pc:docChg chg="undo custSel modSld">
      <pc:chgData name="Manoj Kumar" userId="47cff5ae0b0847b5" providerId="LiveId" clId="{72F22D98-7378-4EA6-A236-4D72E283B0AF}" dt="2026-06-14T02:37:30.507" v="161" actId="27636"/>
      <pc:docMkLst>
        <pc:docMk/>
      </pc:docMkLst>
      <pc:sldChg chg="modSp mod">
        <pc:chgData name="Manoj Kumar" userId="47cff5ae0b0847b5" providerId="LiveId" clId="{72F22D98-7378-4EA6-A236-4D72E283B0AF}" dt="2026-06-14T01:38:08.064" v="4" actId="113"/>
        <pc:sldMkLst>
          <pc:docMk/>
          <pc:sldMk cId="3484528326" sldId="257"/>
        </pc:sldMkLst>
        <pc:spChg chg="mod">
          <ac:chgData name="Manoj Kumar" userId="47cff5ae0b0847b5" providerId="LiveId" clId="{72F22D98-7378-4EA6-A236-4D72E283B0AF}" dt="2026-06-13T19:12:01.329" v="0" actId="14100"/>
          <ac:spMkLst>
            <pc:docMk/>
            <pc:sldMk cId="3484528326" sldId="257"/>
            <ac:spMk id="2" creationId="{7FBCA1D3-50EE-34DA-02E4-C624FAA1284B}"/>
          </ac:spMkLst>
        </pc:spChg>
        <pc:spChg chg="mod">
          <ac:chgData name="Manoj Kumar" userId="47cff5ae0b0847b5" providerId="LiveId" clId="{72F22D98-7378-4EA6-A236-4D72E283B0AF}" dt="2026-06-14T01:38:08.064" v="4" actId="113"/>
          <ac:spMkLst>
            <pc:docMk/>
            <pc:sldMk cId="3484528326" sldId="257"/>
            <ac:spMk id="3" creationId="{F7901F73-1B4F-A11C-DE7A-748A7493FE76}"/>
          </ac:spMkLst>
        </pc:spChg>
      </pc:sldChg>
      <pc:sldChg chg="modSp mod">
        <pc:chgData name="Manoj Kumar" userId="47cff5ae0b0847b5" providerId="LiveId" clId="{72F22D98-7378-4EA6-A236-4D72E283B0AF}" dt="2026-06-14T02:11:55.513" v="79" actId="313"/>
        <pc:sldMkLst>
          <pc:docMk/>
          <pc:sldMk cId="2272132168" sldId="258"/>
        </pc:sldMkLst>
        <pc:spChg chg="mod">
          <ac:chgData name="Manoj Kumar" userId="47cff5ae0b0847b5" providerId="LiveId" clId="{72F22D98-7378-4EA6-A236-4D72E283B0AF}" dt="2026-06-14T02:11:55.513" v="79" actId="313"/>
          <ac:spMkLst>
            <pc:docMk/>
            <pc:sldMk cId="2272132168" sldId="258"/>
            <ac:spMk id="3" creationId="{E976FC0E-C1E6-E02E-E7BA-C7EEB8682C01}"/>
          </ac:spMkLst>
        </pc:spChg>
      </pc:sldChg>
      <pc:sldChg chg="modSp mod">
        <pc:chgData name="Manoj Kumar" userId="47cff5ae0b0847b5" providerId="LiveId" clId="{72F22D98-7378-4EA6-A236-4D72E283B0AF}" dt="2026-06-14T01:41:35.442" v="77" actId="20577"/>
        <pc:sldMkLst>
          <pc:docMk/>
          <pc:sldMk cId="2218917447" sldId="260"/>
        </pc:sldMkLst>
        <pc:spChg chg="mod">
          <ac:chgData name="Manoj Kumar" userId="47cff5ae0b0847b5" providerId="LiveId" clId="{72F22D98-7378-4EA6-A236-4D72E283B0AF}" dt="2026-06-14T01:41:35.442" v="77" actId="20577"/>
          <ac:spMkLst>
            <pc:docMk/>
            <pc:sldMk cId="2218917447" sldId="260"/>
            <ac:spMk id="2" creationId="{61559661-73CD-7D51-6AE1-14E6711BD5B8}"/>
          </ac:spMkLst>
        </pc:spChg>
      </pc:sldChg>
      <pc:sldChg chg="addSp delSp modSp mod">
        <pc:chgData name="Manoj Kumar" userId="47cff5ae0b0847b5" providerId="LiveId" clId="{72F22D98-7378-4EA6-A236-4D72E283B0AF}" dt="2026-06-14T02:35:39.283" v="124" actId="20577"/>
        <pc:sldMkLst>
          <pc:docMk/>
          <pc:sldMk cId="1826691352" sldId="261"/>
        </pc:sldMkLst>
        <pc:spChg chg="mod">
          <ac:chgData name="Manoj Kumar" userId="47cff5ae0b0847b5" providerId="LiveId" clId="{72F22D98-7378-4EA6-A236-4D72E283B0AF}" dt="2026-06-14T02:35:39.283" v="124" actId="20577"/>
          <ac:spMkLst>
            <pc:docMk/>
            <pc:sldMk cId="1826691352" sldId="261"/>
            <ac:spMk id="2" creationId="{05510B18-32E9-9093-F7A5-6CEDEB3C8617}"/>
          </ac:spMkLst>
        </pc:spChg>
        <pc:spChg chg="del mod">
          <ac:chgData name="Manoj Kumar" userId="47cff5ae0b0847b5" providerId="LiveId" clId="{72F22D98-7378-4EA6-A236-4D72E283B0AF}" dt="2026-06-14T02:31:54.058" v="81" actId="22"/>
          <ac:spMkLst>
            <pc:docMk/>
            <pc:sldMk cId="1826691352" sldId="261"/>
            <ac:spMk id="3" creationId="{94B2BBEB-6903-D8AC-198D-CAE51DFBAF5B}"/>
          </ac:spMkLst>
        </pc:spChg>
        <pc:picChg chg="add mod ord">
          <ac:chgData name="Manoj Kumar" userId="47cff5ae0b0847b5" providerId="LiveId" clId="{72F22D98-7378-4EA6-A236-4D72E283B0AF}" dt="2026-06-14T02:33:11.234" v="92" actId="14100"/>
          <ac:picMkLst>
            <pc:docMk/>
            <pc:sldMk cId="1826691352" sldId="261"/>
            <ac:picMk id="5" creationId="{099B8478-9187-0BBD-7971-907BA55F5FA3}"/>
          </ac:picMkLst>
        </pc:picChg>
        <pc:picChg chg="add mod">
          <ac:chgData name="Manoj Kumar" userId="47cff5ae0b0847b5" providerId="LiveId" clId="{72F22D98-7378-4EA6-A236-4D72E283B0AF}" dt="2026-06-14T02:33:25.200" v="96" actId="14100"/>
          <ac:picMkLst>
            <pc:docMk/>
            <pc:sldMk cId="1826691352" sldId="261"/>
            <ac:picMk id="7" creationId="{90CE61F6-E309-34BB-00D0-3A83676BD7E2}"/>
          </ac:picMkLst>
        </pc:picChg>
        <pc:picChg chg="add mod">
          <ac:chgData name="Manoj Kumar" userId="47cff5ae0b0847b5" providerId="LiveId" clId="{72F22D98-7378-4EA6-A236-4D72E283B0AF}" dt="2026-06-14T02:34:09.247" v="101" actId="14100"/>
          <ac:picMkLst>
            <pc:docMk/>
            <pc:sldMk cId="1826691352" sldId="261"/>
            <ac:picMk id="9" creationId="{1201DCE8-CA18-B021-C637-0B5502849A3B}"/>
          </ac:picMkLst>
        </pc:picChg>
        <pc:picChg chg="add mod">
          <ac:chgData name="Manoj Kumar" userId="47cff5ae0b0847b5" providerId="LiveId" clId="{72F22D98-7378-4EA6-A236-4D72E283B0AF}" dt="2026-06-14T02:35:19.819" v="105" actId="14100"/>
          <ac:picMkLst>
            <pc:docMk/>
            <pc:sldMk cId="1826691352" sldId="261"/>
            <ac:picMk id="11" creationId="{83443F84-9101-4DE1-D443-62E2AC26DBA3}"/>
          </ac:picMkLst>
        </pc:picChg>
      </pc:sldChg>
      <pc:sldChg chg="modSp mod">
        <pc:chgData name="Manoj Kumar" userId="47cff5ae0b0847b5" providerId="LiveId" clId="{72F22D98-7378-4EA6-A236-4D72E283B0AF}" dt="2026-06-14T01:41:49.548" v="78" actId="20577"/>
        <pc:sldMkLst>
          <pc:docMk/>
          <pc:sldMk cId="889600126" sldId="262"/>
        </pc:sldMkLst>
        <pc:spChg chg="mod">
          <ac:chgData name="Manoj Kumar" userId="47cff5ae0b0847b5" providerId="LiveId" clId="{72F22D98-7378-4EA6-A236-4D72E283B0AF}" dt="2026-06-14T01:41:49.548" v="78" actId="20577"/>
          <ac:spMkLst>
            <pc:docMk/>
            <pc:sldMk cId="889600126" sldId="262"/>
            <ac:spMk id="2" creationId="{BB27F4FA-6780-6F7C-DBEB-12063DE881B6}"/>
          </ac:spMkLst>
        </pc:spChg>
      </pc:sldChg>
      <pc:sldChg chg="modSp mod">
        <pc:chgData name="Manoj Kumar" userId="47cff5ae0b0847b5" providerId="LiveId" clId="{72F22D98-7378-4EA6-A236-4D72E283B0AF}" dt="2026-06-14T01:30:58.307" v="3" actId="1036"/>
        <pc:sldMkLst>
          <pc:docMk/>
          <pc:sldMk cId="3950959434" sldId="263"/>
        </pc:sldMkLst>
        <pc:picChg chg="mod">
          <ac:chgData name="Manoj Kumar" userId="47cff5ae0b0847b5" providerId="LiveId" clId="{72F22D98-7378-4EA6-A236-4D72E283B0AF}" dt="2026-06-14T01:30:58.307" v="3" actId="1036"/>
          <ac:picMkLst>
            <pc:docMk/>
            <pc:sldMk cId="3950959434" sldId="263"/>
            <ac:picMk id="13" creationId="{BA0DFCBA-63E3-607E-FAC7-3F34B701B88B}"/>
          </ac:picMkLst>
        </pc:picChg>
      </pc:sldChg>
      <pc:sldChg chg="modSp mod">
        <pc:chgData name="Manoj Kumar" userId="47cff5ae0b0847b5" providerId="LiveId" clId="{72F22D98-7378-4EA6-A236-4D72E283B0AF}" dt="2026-06-14T02:37:30.507" v="161" actId="27636"/>
        <pc:sldMkLst>
          <pc:docMk/>
          <pc:sldMk cId="1892178779" sldId="265"/>
        </pc:sldMkLst>
        <pc:spChg chg="mod">
          <ac:chgData name="Manoj Kumar" userId="47cff5ae0b0847b5" providerId="LiveId" clId="{72F22D98-7378-4EA6-A236-4D72E283B0AF}" dt="2026-06-14T02:37:30.507" v="161" actId="27636"/>
          <ac:spMkLst>
            <pc:docMk/>
            <pc:sldMk cId="1892178779" sldId="265"/>
            <ac:spMk id="3" creationId="{E69DD0FA-ADC2-9AEF-5246-6140CFFE09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11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1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0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76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67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7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67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68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31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1664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186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741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95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377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4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064098-DDF0-46DE-94DA-F85FDC48CF4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247EB-9A13-4532-BBC9-CD40B41D4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297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0D46-D8CB-F87B-A9A9-F3A06E4E6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Project Name: Supply Chain Management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28764-B053-4CE4-D983-6AD49D089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5400" dirty="0"/>
              <a:t>Manoj Kumar</a:t>
            </a:r>
          </a:p>
          <a:p>
            <a:r>
              <a:rPr lang="en-IN" sz="2600" dirty="0"/>
              <a:t>Date:17 May 2026 to 14 June 2026</a:t>
            </a:r>
          </a:p>
        </p:txBody>
      </p:sp>
    </p:spTree>
    <p:extLst>
      <p:ext uri="{BB962C8B-B14F-4D97-AF65-F5344CB8AC3E}">
        <p14:creationId xmlns:p14="http://schemas.microsoft.com/office/powerpoint/2010/main" val="351389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A1D3-50EE-34DA-02E4-C624FAA1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-32262"/>
            <a:ext cx="11513573" cy="3060136"/>
          </a:xfrm>
        </p:spPr>
        <p:txBody>
          <a:bodyPr>
            <a:normAutofit fontScale="90000"/>
          </a:bodyPr>
          <a:lstStyle/>
          <a:p>
            <a:r>
              <a:rPr lang="en-IN" dirty="0"/>
              <a:t>Group Details</a:t>
            </a:r>
            <a:br>
              <a:rPr lang="en-IN" dirty="0"/>
            </a:br>
            <a:r>
              <a:rPr lang="en-IN" dirty="0"/>
              <a:t>Team Members- </a:t>
            </a:r>
            <a:br>
              <a:rPr lang="en-IN" dirty="0"/>
            </a:br>
            <a:r>
              <a:rPr lang="en-IN" sz="3100" b="1" dirty="0"/>
              <a:t>Manoj Kumar</a:t>
            </a:r>
            <a:br>
              <a:rPr lang="en-IN" sz="3100" b="1" dirty="0"/>
            </a:br>
            <a:r>
              <a:rPr lang="en-IN" sz="3100" b="1" dirty="0"/>
              <a:t>Lalith</a:t>
            </a:r>
            <a:r>
              <a:rPr lang="en-IN" dirty="0"/>
              <a:t> </a:t>
            </a:r>
            <a:r>
              <a:rPr lang="en-IN" sz="3100" b="1" dirty="0"/>
              <a:t>Kumar S</a:t>
            </a:r>
            <a:br>
              <a:rPr lang="en-IN" sz="3100" b="1" dirty="0"/>
            </a:br>
            <a:r>
              <a:rPr lang="en-IN" sz="3100" b="1" dirty="0"/>
              <a:t>BINGI NARASIMHA</a:t>
            </a:r>
            <a:br>
              <a:rPr lang="en-IN" sz="3100" b="1" dirty="0"/>
            </a:br>
            <a:r>
              <a:rPr lang="en-IN" sz="3100" b="1" dirty="0"/>
              <a:t>Vaishnavi Ganesh </a:t>
            </a:r>
            <a:r>
              <a:rPr lang="en-IN" sz="3100" b="1" dirty="0" err="1"/>
              <a:t>Pansambal</a:t>
            </a:r>
            <a:br>
              <a:rPr lang="en-IN" sz="3100" b="1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1F73-1B4F-A11C-DE7A-748A7493F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7" y="3116826"/>
            <a:ext cx="11513573" cy="3060136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/>
              <a:t>Roles and Responsibilities:</a:t>
            </a:r>
          </a:p>
          <a:p>
            <a:pPr marL="0" indent="0">
              <a:buNone/>
            </a:pPr>
            <a:r>
              <a:rPr lang="en-IN" dirty="0"/>
              <a:t>Excel Data  cleaning &amp; Dashboard- Manoj Kumar &amp; Lalith Kumar S</a:t>
            </a:r>
          </a:p>
          <a:p>
            <a:pPr marL="0" indent="0">
              <a:buNone/>
            </a:pPr>
            <a:r>
              <a:rPr lang="en-IN" dirty="0"/>
              <a:t>Power BI- Bingi Narashimha</a:t>
            </a:r>
            <a:br>
              <a:rPr lang="en-IN" dirty="0"/>
            </a:br>
            <a:r>
              <a:rPr lang="en-IN" dirty="0"/>
              <a:t>Tableau – Vaishnavi Ganesh </a:t>
            </a:r>
            <a:r>
              <a:rPr lang="en-IN" dirty="0" err="1"/>
              <a:t>Pansambal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SQL Analysis- Manoj Kumar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52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B030-3DE7-99E1-370A-729EF607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7"/>
            <a:ext cx="8947522" cy="1936521"/>
          </a:xfrm>
        </p:spPr>
        <p:txBody>
          <a:bodyPr/>
          <a:lstStyle/>
          <a:p>
            <a:r>
              <a:rPr lang="en-IN" dirty="0"/>
              <a:t>Project Summary:</a:t>
            </a:r>
            <a:br>
              <a:rPr lang="en-IN" dirty="0"/>
            </a:br>
            <a:r>
              <a:rPr lang="en-IN" sz="2400" dirty="0"/>
              <a:t>Objective</a:t>
            </a:r>
            <a:br>
              <a:rPr lang="en-IN" sz="2400" dirty="0"/>
            </a:br>
            <a:r>
              <a:rPr lang="en-IN" sz="2400" dirty="0" err="1"/>
              <a:t>Analyze</a:t>
            </a:r>
            <a:r>
              <a:rPr lang="en-IN" sz="2400" dirty="0"/>
              <a:t> supply chain performance and </a:t>
            </a:r>
            <a:r>
              <a:rPr lang="en-IN" sz="2400" dirty="0" err="1"/>
              <a:t>indentify</a:t>
            </a:r>
            <a:r>
              <a:rPr lang="en-IN" sz="2400" dirty="0"/>
              <a:t> opportunities  to improve:</a:t>
            </a:r>
            <a:br>
              <a:rPr lang="en-IN" sz="2400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FC0E-C1E6-E02E-E7BA-C7EEB8682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13703"/>
            <a:ext cx="8946541" cy="3534696"/>
          </a:xfrm>
        </p:spPr>
        <p:txBody>
          <a:bodyPr/>
          <a:lstStyle/>
          <a:p>
            <a:r>
              <a:rPr lang="en-IN" dirty="0"/>
              <a:t>Revenue</a:t>
            </a:r>
          </a:p>
          <a:p>
            <a:r>
              <a:rPr lang="en-IN" dirty="0"/>
              <a:t>Inventory Management</a:t>
            </a:r>
          </a:p>
          <a:p>
            <a:r>
              <a:rPr lang="en-IN" dirty="0"/>
              <a:t>Supplier Performance</a:t>
            </a:r>
          </a:p>
          <a:p>
            <a:r>
              <a:rPr lang="en-IN" dirty="0"/>
              <a:t>Delivery Performance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Impact</a:t>
            </a:r>
          </a:p>
          <a:p>
            <a:r>
              <a:rPr lang="en-IN" dirty="0"/>
              <a:t>Reduce stockout risks</a:t>
            </a:r>
          </a:p>
          <a:p>
            <a:r>
              <a:rPr lang="en-IN" dirty="0"/>
              <a:t>Improve supplier reliability </a:t>
            </a:r>
            <a:r>
              <a:rPr lang="en-IN" dirty="0" err="1"/>
              <a:t>visiblity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13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9661-73CD-7D51-6AE1-14E6711B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457399" cy="1100779"/>
          </a:xfrm>
        </p:spPr>
        <p:txBody>
          <a:bodyPr/>
          <a:lstStyle/>
          <a:p>
            <a:r>
              <a:rPr lang="en-IN" sz="4000" dirty="0"/>
              <a:t>Excel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A045B-25C8-CE14-CC17-428F70403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553497"/>
            <a:ext cx="11457399" cy="825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394E42-0DE1-B2DE-CEE1-CCBC6425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2448232"/>
            <a:ext cx="3739076" cy="2030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662100-6FCE-413A-F01D-C3563896F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272" y="2413818"/>
            <a:ext cx="3739075" cy="2030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BDBA7-33BD-C33A-6A64-9C32D42C3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752" y="2448232"/>
            <a:ext cx="3739076" cy="2094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C2A21-E37A-7B8C-A137-6A4AA5604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1" y="4572010"/>
            <a:ext cx="3757755" cy="21827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2090F8-59A3-8423-796B-32B0C25E9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902" y="4572010"/>
            <a:ext cx="3739074" cy="2182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EEA187-5E7F-C0C5-4FBE-384DF9B2B4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430" y="4542507"/>
            <a:ext cx="3695473" cy="22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1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0B18-32E9-9093-F7A5-6CEDEB3C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B8478-9187-0BBD-7971-907BA55F5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936954"/>
            <a:ext cx="9404722" cy="934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E61F6-E309-34BB-00D0-3A83676BD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2871019"/>
            <a:ext cx="3178637" cy="2753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01DCE8-CA18-B021-C637-0B5502849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574" y="2871019"/>
            <a:ext cx="3848643" cy="2753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443F84-9101-4DE1-D443-62E2AC26D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043" y="2871019"/>
            <a:ext cx="4213809" cy="275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9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F4FA-6780-6F7C-DBEB-12063DE8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Tableau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1090E-9BD8-65C5-EE8C-7C6A47850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68" y="1248697"/>
            <a:ext cx="12071032" cy="570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0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902C-10E0-E5C9-AA31-813C861D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4301"/>
          </a:xfrm>
        </p:spPr>
        <p:txBody>
          <a:bodyPr/>
          <a:lstStyle/>
          <a:p>
            <a:r>
              <a:rPr lang="en-IN" dirty="0"/>
              <a:t>SQL Quarries: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F5F8D6-3B50-F32E-4C98-20411CC82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4" y="1644446"/>
            <a:ext cx="5383749" cy="2573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A02BA3-1E95-D616-FB71-7DB2E559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381" y="1644446"/>
            <a:ext cx="6381135" cy="2573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B6BF8C-1973-A06D-EE32-84CBEBC30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4" y="4284406"/>
            <a:ext cx="5383749" cy="2573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0DFCBA-63E3-607E-FAC7-3F34B701B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381" y="4237703"/>
            <a:ext cx="6381135" cy="26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5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6C8F-2B4C-0ADC-E88B-2537152E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29" y="452718"/>
            <a:ext cx="9419303" cy="1400530"/>
          </a:xfrm>
        </p:spPr>
        <p:txBody>
          <a:bodyPr/>
          <a:lstStyle/>
          <a:p>
            <a:r>
              <a:rPr lang="en-IN" b="1" dirty="0"/>
              <a:t>Key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EB82C-5570-54AB-2362-D90E676A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56853"/>
            <a:ext cx="9604017" cy="34412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Total Revenue reached </a:t>
            </a:r>
            <a:r>
              <a:rPr lang="en-IN" b="1" dirty="0"/>
              <a:t>194M</a:t>
            </a:r>
            <a:r>
              <a:rPr lang="en-IN" dirty="0"/>
              <a:t>. </a:t>
            </a:r>
          </a:p>
          <a:p>
            <a:r>
              <a:rPr lang="en-IN" dirty="0"/>
              <a:t>Gross Margin achieved </a:t>
            </a:r>
            <a:r>
              <a:rPr lang="en-IN" b="1" dirty="0"/>
              <a:t>36%</a:t>
            </a:r>
            <a:r>
              <a:rPr lang="en-IN" dirty="0"/>
              <a:t>. </a:t>
            </a:r>
          </a:p>
          <a:p>
            <a:r>
              <a:rPr lang="en-IN" dirty="0"/>
              <a:t>On-Time Delivery performance is </a:t>
            </a:r>
            <a:r>
              <a:rPr lang="en-IN" b="1" dirty="0"/>
              <a:t>66%</a:t>
            </a:r>
            <a:r>
              <a:rPr lang="en-IN" dirty="0"/>
              <a:t>. </a:t>
            </a:r>
          </a:p>
          <a:p>
            <a:r>
              <a:rPr lang="en-IN" dirty="0"/>
              <a:t>Fill Rate is </a:t>
            </a:r>
            <a:r>
              <a:rPr lang="en-IN" b="1" dirty="0"/>
              <a:t>96.8%</a:t>
            </a:r>
            <a:r>
              <a:rPr lang="en-IN" dirty="0"/>
              <a:t>. </a:t>
            </a:r>
          </a:p>
          <a:p>
            <a:r>
              <a:rPr lang="en-IN" dirty="0"/>
              <a:t>XPO Logistics and Schenker contribute the highest delivery delays. </a:t>
            </a:r>
          </a:p>
          <a:p>
            <a:r>
              <a:rPr lang="en-IN" dirty="0"/>
              <a:t>Some suppliers show reliability below </a:t>
            </a:r>
            <a:r>
              <a:rPr lang="en-IN" b="1" dirty="0"/>
              <a:t>75%</a:t>
            </a:r>
            <a:r>
              <a:rPr lang="en-IN" dirty="0"/>
              <a:t>, requiring attention.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68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B243-F1CD-500F-0862-8EA246D4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373626"/>
            <a:ext cx="8947522" cy="1091380"/>
          </a:xfrm>
        </p:spPr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D0FA-ADC2-9AEF-5246-6140CFFE0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9466364" cy="1938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This project demonstrates how Supply Chain Analytics can improve operational efficiency, inventory management, supplier performance, and customer satisfaction using Excel, SQL, Tableau, and Power BI.</a:t>
            </a:r>
          </a:p>
          <a:p>
            <a:pPr marL="0" indent="0">
              <a:buNone/>
            </a:pPr>
            <a:r>
              <a:rPr lang="en-IN" sz="3000" dirty="0"/>
              <a:t>Thank you</a:t>
            </a:r>
            <a:br>
              <a:rPr lang="en-IN" sz="3000" dirty="0"/>
            </a:br>
            <a:r>
              <a:rPr lang="en-IN" sz="3000" dirty="0"/>
              <a:t>Group 6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178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171</TotalTime>
  <Words>202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Project Name: Supply Chain Management Analytics</vt:lpstr>
      <vt:lpstr>Group Details Team Members-  Manoj Kumar Lalith Kumar S BINGI NARASIMHA Vaishnavi Ganesh Pansambal    </vt:lpstr>
      <vt:lpstr>Project Summary: Objective Analyze supply chain performance and indentify opportunities  to improve:      </vt:lpstr>
      <vt:lpstr>Excel Dashboard:</vt:lpstr>
      <vt:lpstr>Power BI Dashboard:</vt:lpstr>
      <vt:lpstr>Tableau Dashboard:</vt:lpstr>
      <vt:lpstr>SQL Quarries:</vt:lpstr>
      <vt:lpstr>Key Insights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1</cp:revision>
  <dcterms:created xsi:type="dcterms:W3CDTF">2026-06-13T17:49:50Z</dcterms:created>
  <dcterms:modified xsi:type="dcterms:W3CDTF">2026-06-14T02:37:36Z</dcterms:modified>
</cp:coreProperties>
</file>